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al público: ¿cuántos Excel o programas abrís cada mañana?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 en que no cambia nuestra forma de trabajar. Solo se añade una pantalla que lo muestra todo junto.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va la demo en vivo: guarda un cambio y enséñalo en pantalla.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Enseña 2 o 3 pantallas, no todas. Elige las que más usa tu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Cierra con: ¿qué os gustaría ver en el panel?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1F3A5F"/>
                </a:solidFill>
              </a:rPr>
              <a:t>Panel de Control Operativo SIFU Girona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Todo el día a día, en una sola pantalla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F3A5F"/>
                </a:solidFill>
              </a:rPr>
              <a:t>El problema: la información está repartida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>
                <a:solidFill>
                  <a:srgbClr val="333333"/>
                </a:solidFill>
              </a:rPr>
              <a:t>Datos en el Excel maestro, fichajes y programas de personal (HO y CMH)</a:t>
            </a:r>
          </a:p>
          <a:p>
            <a:r>
              <a:rPr sz="2600">
                <a:solidFill>
                  <a:srgbClr val="333333"/>
                </a:solidFill>
              </a:rPr>
              <a:t>Hay que abrir varios sitios para saber qué pasa hoy</a:t>
            </a:r>
          </a:p>
          <a:p>
            <a:r>
              <a:rPr sz="2600">
                <a:solidFill>
                  <a:srgbClr val="333333"/>
                </a:solidFill>
              </a:rPr>
              <a:t>Los descubiertos y las ausencias se detectan tarde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F3A5F"/>
                </a:solidFill>
              </a:rPr>
              <a:t>La solución: un único panel alimentado por nuestro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>
                <a:solidFill>
                  <a:srgbClr val="333333"/>
                </a:solidFill>
              </a:rPr>
              <a:t>Seguimos editando el Excel maestro como siempre</a:t>
            </a:r>
          </a:p>
          <a:p>
            <a:r>
              <a:rPr sz="2600">
                <a:solidFill>
                  <a:srgbClr val="333333"/>
                </a:solidFill>
              </a:rPr>
              <a:t>El panel lee los datos y los muestra al instante</a:t>
            </a:r>
          </a:p>
          <a:p>
            <a:r>
              <a:rPr sz="2600">
                <a:solidFill>
                  <a:srgbClr val="333333"/>
                </a:solidFill>
              </a:rPr>
              <a:t>También cruza fichajes y datos de personal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F3A5F"/>
                </a:solidFill>
              </a:rPr>
              <a:t>Cómo funciona: guardas el Excel y la pantalla se actualiza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>
                <a:solidFill>
                  <a:srgbClr val="333333"/>
                </a:solidFill>
              </a:rPr>
              <a:t>1. Editas y guardas el Excel (Ctrl+S)</a:t>
            </a:r>
          </a:p>
          <a:p>
            <a:r>
              <a:rPr sz="2600">
                <a:solidFill>
                  <a:srgbClr val="333333"/>
                </a:solidFill>
              </a:rPr>
              <a:t>2. Un proceso en segundo plano detecta el cambio</a:t>
            </a:r>
          </a:p>
          <a:p>
            <a:r>
              <a:rPr sz="2600">
                <a:solidFill>
                  <a:srgbClr val="333333"/>
                </a:solidFill>
              </a:rPr>
              <a:t>3. El panel se refresca solo, sin recargar la página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F3A5F"/>
                </a:solidFill>
              </a:rPr>
              <a:t>Qué podemos ver: el día a día en un sitio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>
                <a:solidFill>
                  <a:srgbClr val="333333"/>
                </a:solidFill>
              </a:rPr>
              <a:t>Panel general: estado de los servicios del día</a:t>
            </a:r>
          </a:p>
          <a:p>
            <a:r>
              <a:rPr sz="2600">
                <a:solidFill>
                  <a:srgbClr val="333333"/>
                </a:solidFill>
              </a:rPr>
              <a:t>Fichajes: quién ha fichado y quién no</a:t>
            </a:r>
          </a:p>
          <a:p>
            <a:r>
              <a:rPr sz="2600">
                <a:solidFill>
                  <a:srgbClr val="333333"/>
                </a:solidFill>
              </a:rPr>
              <a:t>Supervisor virtual: revisa incidencias automáticamente</a:t>
            </a:r>
          </a:p>
          <a:p>
            <a:r>
              <a:rPr sz="2600">
                <a:solidFill>
                  <a:srgbClr val="333333"/>
                </a:solidFill>
              </a:rPr>
              <a:t>Pedidos, vacaciones, bajas y sustituciones</a:t>
            </a:r>
          </a:p>
          <a:p>
            <a:r>
              <a:rPr sz="2600">
                <a:solidFill>
                  <a:srgbClr val="333333"/>
                </a:solidFill>
              </a:rPr>
              <a:t>Calidad, contratos e informes exportables</a:t>
            </a:r>
          </a:p>
          <a:p>
            <a:r>
              <a:rPr sz="2600">
                <a:solidFill>
                  <a:srgbClr val="333333"/>
                </a:solidFill>
              </a:rPr>
              <a:t>Avisos y chat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F3A5F"/>
                </a:solidFill>
              </a:rPr>
              <a:t>Beneficios y siguientes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>
                <a:solidFill>
                  <a:srgbClr val="333333"/>
                </a:solidFill>
              </a:rPr>
              <a:t>Detección rápida de descubiertos y ausencias</a:t>
            </a:r>
          </a:p>
          <a:p>
            <a:r>
              <a:rPr sz="2600">
                <a:solidFill>
                  <a:srgbClr val="333333"/>
                </a:solidFill>
              </a:rPr>
              <a:t>Una única fuente de información</a:t>
            </a:r>
          </a:p>
          <a:p>
            <a:r>
              <a:rPr sz="2600">
                <a:solidFill>
                  <a:srgbClr val="333333"/>
                </a:solidFill>
              </a:rPr>
              <a:t>Funciona en el móvil y se puede instalar como app</a:t>
            </a:r>
          </a:p>
          <a:p>
            <a:r>
              <a:rPr sz="2600">
                <a:solidFill>
                  <a:srgbClr val="333333"/>
                </a:solidFill>
              </a:rPr>
              <a:t>Siguiente paso: recoger vuestras sugerencias de mejora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